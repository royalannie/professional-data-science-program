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97696" y="0"/>
            <a:ext cx="14630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2962656" cy="51435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1691640"/>
            <a:ext cx="2962656" cy="1737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Job-Ready Curriculum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16-Week Roadmap &amp; Study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3840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65836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Anuoluwapo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{Royal}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26480" y="1810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0482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Weeks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Classes + Assignments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Building + Exam Prep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Social Media Docs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achieve in 16 weeks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920240"/>
            <a:ext cx="2011680" cy="269748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9202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20240"/>
            <a:ext cx="201168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947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" y="1965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39572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Statistics, ML, Deep Learning, SQL &amp; Data Engineering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1920240"/>
            <a:ext cx="2011680" cy="269748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23160" y="19202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1920240"/>
            <a:ext cx="201168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947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25496" y="1965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Readiness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239572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or Google Data Analytics certification prep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920240"/>
            <a:ext cx="2011680" cy="269748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9202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920240"/>
            <a:ext cx="201168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1947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0056" y="1965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39572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real-world projects on GitHub, Kaggle &amp; LinkedIn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1920240"/>
            <a:ext cx="2011680" cy="269748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19202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1920240"/>
            <a:ext cx="201168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1947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14616" y="1965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Readiness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239572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LinkedIn profile, mock interviews &amp; data storytelling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Foundations (Weeks 1–4)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Statistics · Data Wrangling · 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basics: variables, loops, functions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 introduction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setup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+ first repo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EDA on Iris dataset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14016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14016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Cleaning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05456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&amp; duplicate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05456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transformations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05456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&amp; reshaping DataFrames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05456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commit Week 2 notebook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05456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Clean a messy dataset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26864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0016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18304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deep dive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18304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viz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18304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distribution analysis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18304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37176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share your EDA journey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Full EDA report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39712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9712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12864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12864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31152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fundamentals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31152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0024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(t-test, chi²)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31152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31152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0024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entry: Stats analysis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31152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50024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Statistical project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Machine Learning Core (Weeks 5–8)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Unsupervised · Model Evaluation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split, cross-validation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ML project repo init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House price prediction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14016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14016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II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05456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05456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05456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05456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share first ML project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05456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Classification challenge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26864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0016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18304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DBSCAN clustering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18304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dimensionality reduction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18304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basics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18304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37176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entry: Clustering project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Customer segmentation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39712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9712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12864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12864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Tuning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31152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ROC/AUC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31152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0024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31152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31152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0024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model evaluation docs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31152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50024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Full ML pipeline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Advanced Topics (Weeks 9–12)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NLP · SQL · Cloud &amp;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Databases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&amp; joins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&amp; CTEs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 hands-on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SQL portfolio queries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Business analytics case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14016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14016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Intro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05456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05456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basics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05456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with CNNs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05456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deep learning post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05456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MNIST digit classifier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26864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0016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18304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&amp; tokenization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18304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&amp; Word2Vec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18304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project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18304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37176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entry: NLP mini-project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Twitter sentiment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39712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9712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12864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12864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MLOps Intro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31152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&amp; cloud notebooks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31152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0024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with Streamlit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31152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MLflow tracking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31152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0024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deploy your first ML app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31152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50024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End-to-end project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Exam Prep &amp; Career Launch (Weeks 13–16)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· Portfolio Completion · Job Applications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Prep 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syllabus deep dive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&amp; timed tests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area identification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&amp; peer 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Mock exam (set 1)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14016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14016" y="1874520"/>
            <a:ext cx="20848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Prep II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05456" y="271576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practice tests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05456" y="30998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&amp; governance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05456" y="348386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walkthroughs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05456" y="386791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exam prep journey post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05456" y="42519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Mock exam (set 2)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26864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0016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Finalization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18304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all GitHub projects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18304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project READMEs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18304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profile optimization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18304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37176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overhaul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Capstone submission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39712" y="1874520"/>
            <a:ext cx="2084832" cy="2834640"/>
          </a:xfrm>
          <a:prstGeom prst="rect">
            <a:avLst/>
          </a:prstGeom>
          <a:solidFill>
            <a:srgbClr val="060E1C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9712" y="1874520"/>
            <a:ext cx="20848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12864" y="19019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12864" y="22585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Launch &amp; Demo Day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31152" y="2715768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26791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cover letter review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31152" y="3099816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0024" y="30632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technical interviews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31152" y="3483864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344728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capstone project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31152" y="3867912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0024" y="383133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certification exam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31152" y="4251960"/>
            <a:ext cx="73152" cy="7315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50024" y="421538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Program Completion!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Student Commitments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student must deliver each week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Expectations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1920240"/>
            <a:ext cx="2743200" cy="1298448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9202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299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Attend Class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45059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live session — lecture notes &amp; live coding demos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45536" y="1920240"/>
            <a:ext cx="2743200" cy="1298448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5536" y="192024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0299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Complete Assignment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55264" y="245059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rigorous weekly assignments on time — no extensions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2743200" cy="1298448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9202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0299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Build on GitHub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245059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project work and document your learning every week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3429000"/>
            <a:ext cx="2743200" cy="1298448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4290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38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Post on Social Media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95935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weekly learnings on LinkedIn or Twitter/X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45536" y="3429000"/>
            <a:ext cx="2743200" cy="1298448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45536" y="34290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3538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Practice on Kaggle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55264" y="395935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datasets, notebooks &amp; competitions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3429000"/>
            <a:ext cx="2743200" cy="1298448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4290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3538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Daily Exam Prep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395935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mins daily practice questions for certification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Qazeem Anuoluwapo {Royal}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Science Program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will master during this program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73752"/>
            <a:ext cx="50292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82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Qazeem Anuoluwapo {Royal} | Professional Data Science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4882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Stack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1874520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874520"/>
            <a:ext cx="6400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47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947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1874520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874520"/>
            <a:ext cx="6400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476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0176" y="1947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Matplotlib, Seaborn, Plotly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624328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624328"/>
            <a:ext cx="64008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26974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LightGBM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624328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2624328"/>
            <a:ext cx="64008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0176" y="26974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Keras, PyTorch (intro)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374136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374136"/>
            <a:ext cx="6400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4472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4472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NLTK, spaCy, Hugging Face (intro)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1728" y="3374136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3374136"/>
            <a:ext cx="6400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4472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0176" y="34472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SQLite, Google BigQuery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4123944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4123944"/>
            <a:ext cx="64008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41970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Cloud: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54480" y="41970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Kaggle, Streamlit, Google Colab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81728" y="4123944"/>
            <a:ext cx="4206240" cy="621792"/>
          </a:xfrm>
          <a:prstGeom prst="rect">
            <a:avLst/>
          </a:prstGeom>
          <a:solidFill>
            <a:srgbClr val="060E1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4123944"/>
            <a:ext cx="64008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1970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Target: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0176" y="41970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/ Google Data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2026-03-11T00:40:39Z</dcterms:created>
  <dcterms:modified xsi:type="dcterms:W3CDTF">2026-03-11T00:40:39Z</dcterms:modified>
</cp:coreProperties>
</file>